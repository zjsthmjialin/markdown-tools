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MarkAny 转换器测试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功能演示与测试报告</a:t>
            </a:r>
          </a:p>
          <a:p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PDF 文档转换</a:t>
            </a:r>
          </a:p>
          <a:p>
            <a:r>
              <a:t>2. Word 文档转换</a:t>
            </a:r>
          </a:p>
          <a:p>
            <a:r>
              <a:t>3. Excel 表格转换</a:t>
            </a:r>
          </a:p>
          <a:p>
            <a:r>
              <a:t>4. HTML 页面转换</a:t>
            </a:r>
          </a:p>
          <a:p>
            <a:r>
              <a:t>5. Markdown 格式转换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转换器性能对比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转换器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准确率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快速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快速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极快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